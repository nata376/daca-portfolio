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Nata376/daca-portfolio" TargetMode="External"/><Relationship Id="rId2" Type="http://schemas.openxmlformats.org/officeDocument/2006/relationships/hyperlink" Target="https://daca-portfolio-mma9.vercel.app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803499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Andmeanalüütikust Andmeinsenerini: 8 Nädalat, Mis muutsid Kaose otsusteks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449564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Natalia portfoolio — kuidas andmed muutusid usaldusväärseks äriintelligentsiks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7844"/>
            <a:ext cx="6296860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Algus: Kaootiline andmebaas, selge eesmärk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11548"/>
            <a:ext cx="6296860" cy="13584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8549" y="2117030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Probleem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968549" y="2501503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UrbanStyle Ltd. kasutas käsitsi Exceli tabeleid. Duplikaadid moonutasid käivet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9B8D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1,46 miljoni euro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võrra — juhtkond tegi otsuseid vale pildi põhjal.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441601"/>
            <a:ext cx="6296860" cy="13584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8549" y="3647083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Lahendus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968549" y="4031555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Ehitasin professionaalse andmeanalüütika infrastruktuuri —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Supabase, SQL, Python, Power BI, Git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nullist kuni töötava süsteemini.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971653"/>
            <a:ext cx="6296860" cy="13584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8549" y="5177135"/>
            <a:ext cx="5784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Tulemus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968549" y="5561608"/>
            <a:ext cx="57843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Andmebaas, mida saab usaldada, ja automatiseeritud raportid, mis annavad tegevjuhile vastuseid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9B8D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 sekundiga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9646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Nädal 0–1: Infrastruktuuri seadistamine ja esimene Audit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43484"/>
            <a:ext cx="6920831" cy="39218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9411" y="1720453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Tehniline teekond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999411" y="2133402"/>
            <a:ext cx="3537060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Supabase (PostgreSQL), VS Code, Git/GitHub, Python venv, Jupyter Notebook, Vercel CI/CD — kõik tööriistad paigas enne esimest andmepäringut.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99411" y="3301702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Esimene audit: 15 234 müügirida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999411" y="3714651"/>
            <a:ext cx="3537060" cy="868561"/>
          </a:xfrm>
          <a:prstGeom prst="rect">
            <a:avLst/>
          </a:prstGeom>
          <a:noFill/>
          <a:ln/>
        </p:spPr>
        <p:txBody>
          <a:bodyPr wrap="square" lIns="0" tIns="67338" rIns="0" bIns="0" rtlCol="0" anchor="t">
            <a:normAutofit/>
          </a:bodyPr>
          <a:lstStyle/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009B8D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5 116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duplikaati tuvastatud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009B8D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1 487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puuduvat kliendi ID-d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009B8D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54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ebaühtlast linnanime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99411" y="4751884"/>
            <a:ext cx="3537060" cy="1117798"/>
          </a:xfrm>
          <a:prstGeom prst="roundRect">
            <a:avLst>
              <a:gd name="adj" fmla="val 6325"/>
            </a:avLst>
          </a:prstGeom>
          <a:solidFill>
            <a:srgbClr val="E1E1E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682" y="4980781"/>
            <a:ext cx="210338" cy="1682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46291" y="4928890"/>
            <a:ext cx="2821909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Andmete terviklikkus on kõik — ilma auditita pole ükski analüüs usaldusväärne.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Nädal 2: Andmete puhastamine ja ärilised otsused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Mida puhastati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453779"/>
            <a:ext cx="5203794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Duplikaatide eemaldamine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Tuleviku kuupäevade korrigeerimine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Linnanimede ühtlustamine (INITCAP + TRIM)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68220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Äriline mõju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166493"/>
            <a:ext cx="5203794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Käibe korrigeerimine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1A1A2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4,37M €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→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009B8D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2,91M €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see on tegelik pilt. Regionaalanalüüs sai nüüd võimalikuks.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Andmete puhastamine pole IT-ülesanne — see on äriline investeering.</a:t>
            </a:r>
            <a:endParaRPr lang="en-US" sz="14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1993106"/>
            <a:ext cx="5203794" cy="3745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954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Nädal 3: SQL JOINid ja Ärilised Vastused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360216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555577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Päringud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964259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Ühendasin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sales, customers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products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tabelid — tuvastasime TOP kliendid, kadunud kliente ja müümata tooteid.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360216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555577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Tulemused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2964259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Tiina Pärn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(Tartu) on suurim klient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26K €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599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registreeritud kasutajat pole ostnud.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12 toodet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seisavad laos.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558308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75367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Äriline kasutus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516235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Turundus sai täpsed sihtgrupid. Logistika sai laoseisu hoiatused. Andmed muutusid tegevuseks.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29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Nädal 4: Agregeerimised ja juhatuse raport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9971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67610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Keerulised päringud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160389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CTE-d, aknafunktsioonid (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LAG, ROW_NUMBER, RANK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), GROUP BY HAVING — andmete koondamine professionaalsel tasemel.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25665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Peamised leiud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3740944"/>
            <a:ext cx="5203794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Tallinn toob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9B8D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37,8%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käibest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3 linn kokku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9B8D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72,6%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käibest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Organic — parim turunduskanal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9B8D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706K €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32776" y="4992985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5279727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7024" y="5210274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Iga number peab vastama äriküsimusele — muidu on see lihtsalt müra.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8063"/>
            <a:ext cx="6296860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Nädal 5–6: Power BI Dashboardid ja Storytelling</a:t>
            </a:r>
            <a:endParaRPr lang="en-US" sz="3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894681"/>
            <a:ext cx="443001" cy="4430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84021" y="1894681"/>
            <a:ext cx="564619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CEO Dashboard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884021" y="2271216"/>
            <a:ext cx="564619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30-sekundiline ülevaade: kasv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+19,1%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Tallinn domineerib, e-pood kasvab kiiremini.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152676"/>
            <a:ext cx="443001" cy="4430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84021" y="3152676"/>
            <a:ext cx="564619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Marketing Dashboard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5884021" y="3529211"/>
            <a:ext cx="564619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Kanalite tulemuslikkus, sihtgruppide kaardistus, Google Organic esikohal.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410670"/>
            <a:ext cx="443001" cy="4430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84021" y="4410670"/>
            <a:ext cx="564619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Operations Dashboard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5884021" y="4787205"/>
            <a:ext cx="564619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Laoseisu hoiatused, regionaalne jaotus, logistika optimeerimine.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394027"/>
            <a:ext cx="443001" cy="4430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884021" y="5394027"/>
            <a:ext cx="564619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Investor Dashboard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5884021" y="5770563"/>
            <a:ext cx="564619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Annotatsioonid, eesmärgijoonised, tingimuslik vormindamine — numbrid muutusid narratiiviks.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987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Nädal 7–8: Python, Pandas ja Automatiseerimine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132284"/>
            <a:ext cx="1086874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Andmetöötlus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632645"/>
            <a:ext cx="1147833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Supabase API integratsioon, Pandas merge/groupby,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RFM kliendisegmenteerimine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6 segmenti, mis annavad turundusele selge suuna.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2126655"/>
            <a:ext cx="1086874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ETL Pipeline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1475" y="2627015"/>
            <a:ext cx="1147833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Ühe käsuga: päritakse andmed → puhastakse → analüüsitakse → eksporditakse raportid. Automatiseerimine, mis säästab tunde nädalas.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3148509"/>
            <a:ext cx="5337339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455</a:t>
            </a:r>
            <a:endParaRPr lang="en-US" sz="4450" dirty="0"/>
          </a:p>
        </p:txBody>
      </p:sp>
      <p:sp>
        <p:nvSpPr>
          <p:cNvPr id="8" name="Text 6"/>
          <p:cNvSpPr/>
          <p:nvPr/>
        </p:nvSpPr>
        <p:spPr>
          <a:xfrm>
            <a:off x="661475" y="3915767"/>
            <a:ext cx="533733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VIP-klienti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61475" y="4276427"/>
            <a:ext cx="5337339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17,9% käibest — kõrge väärtusega segment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92782" y="3148509"/>
            <a:ext cx="5337438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256</a:t>
            </a:r>
            <a:endParaRPr lang="en-US" sz="4450" dirty="0"/>
          </a:p>
        </p:txBody>
      </p:sp>
      <p:sp>
        <p:nvSpPr>
          <p:cNvPr id="11" name="Text 9"/>
          <p:cNvSpPr/>
          <p:nvPr/>
        </p:nvSpPr>
        <p:spPr>
          <a:xfrm>
            <a:off x="6192782" y="3915767"/>
            <a:ext cx="533743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Kadunud klienti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192782" y="4276427"/>
            <a:ext cx="533743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Win-back kampaania sihtgrupp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1475" y="4933752"/>
            <a:ext cx="5337339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511</a:t>
            </a:r>
            <a:endParaRPr lang="en-US" sz="4450" dirty="0"/>
          </a:p>
        </p:txBody>
      </p:sp>
      <p:sp>
        <p:nvSpPr>
          <p:cNvPr id="14" name="Text 12"/>
          <p:cNvSpPr/>
          <p:nvPr/>
        </p:nvSpPr>
        <p:spPr>
          <a:xfrm>
            <a:off x="661475" y="5701010"/>
            <a:ext cx="533733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Uut potentsiaali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1475" y="6061670"/>
            <a:ext cx="5337339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Aktiveerimata kliendid kasvuks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92782" y="4933752"/>
            <a:ext cx="5337438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4450" dirty="0"/>
          </a:p>
        </p:txBody>
      </p:sp>
      <p:sp>
        <p:nvSpPr>
          <p:cNvPr id="17" name="Text 15"/>
          <p:cNvSpPr/>
          <p:nvPr/>
        </p:nvSpPr>
        <p:spPr>
          <a:xfrm>
            <a:off x="6192782" y="5701010"/>
            <a:ext cx="533743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RFM segmenti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192782" y="6061670"/>
            <a:ext cx="533743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Täpne kliendipilt igale turundussõnumile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86383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Õppetundid ja järgmised sammud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1421110"/>
            <a:ext cx="295386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Mida õppisin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61475" y="1804789"/>
            <a:ext cx="2953867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SQL → Power BI→ Python →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 teekond, mitte sihtkoht. Iga tase avab uusi võimalusi ja sügavamaid küsimusi.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61475" y="2644775"/>
            <a:ext cx="295386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Minu supermoodus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61475" y="3028454"/>
            <a:ext cx="2953867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9B8D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Andmete muutmine otsusteks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see on minu ala. Kaosest selguseni, numbritest narratiivini.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010818" y="1421110"/>
            <a:ext cx="295386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Järgmised sammud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010818" y="1821557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10818" y="2073473"/>
            <a:ext cx="295386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8"/>
          <p:cNvSpPr/>
          <p:nvPr/>
        </p:nvSpPr>
        <p:spPr>
          <a:xfrm>
            <a:off x="4010818" y="2191246"/>
            <a:ext cx="295386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Machine Learning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010818" y="2574925"/>
            <a:ext cx="2953867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Müügiprognoosid ja kliendikäitumise ennustamine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010818" y="3299321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010818" y="3551238"/>
            <a:ext cx="295386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2"/>
          <p:cNvSpPr/>
          <p:nvPr/>
        </p:nvSpPr>
        <p:spPr>
          <a:xfrm>
            <a:off x="4010818" y="3669010"/>
            <a:ext cx="295386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Tableau / Looker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010818" y="4052689"/>
            <a:ext cx="2953867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Suuremad ja keerukamad dashboardid ettevõtte tasemel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010818" y="4777085"/>
            <a:ext cx="31888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010818" y="5029002"/>
            <a:ext cx="295386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9" name="Text 16"/>
          <p:cNvSpPr/>
          <p:nvPr/>
        </p:nvSpPr>
        <p:spPr>
          <a:xfrm>
            <a:off x="4010818" y="5146774"/>
            <a:ext cx="295386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dbt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4010818" y="5530453"/>
            <a:ext cx="2953867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Andmete modelleerimine ja transformatsioon tootmiskeskkonnas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54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Portfoolio ja Lingid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195411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Kõik töö on avalik ja vaadatav — kood, analüüsid, dashboardid.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469158"/>
            <a:ext cx="3496877" cy="2160588"/>
          </a:xfrm>
          <a:prstGeom prst="roundRect">
            <a:avLst>
              <a:gd name="adj" fmla="val 367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5881" y="268357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🐙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GitHub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75881" y="3092252"/>
            <a:ext cx="3068065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daca-portfolio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Kõik SQL päringud, Python skriptid ja Power BI failid ühes kohas. Avatud kood, selged kommentaarid.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2469158"/>
            <a:ext cx="3496877" cy="2160588"/>
          </a:xfrm>
          <a:prstGeom prst="roundRect">
            <a:avLst>
              <a:gd name="adj" fmla="val 367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1766" y="268357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Live Portfoolio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561766" y="3092252"/>
            <a:ext cx="3068065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daca-portfolio-mma9.vercel.app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Interaktiivne veebileht — projektid, analüüsid ja tulemused ühes vaates. Vercel CI/CD peal.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2469158"/>
            <a:ext cx="3496877" cy="2160588"/>
          </a:xfrm>
          <a:prstGeom prst="roundRect">
            <a:avLst>
              <a:gd name="adj" fmla="val 3674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7650" y="268357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🗄️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Supabase Andmebaas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247650" y="3092252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andmebaas, mille peal kõik analüüsid ehitatud — alates auditist kuni RFM segmenteerimiseni.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44936" y="5054997"/>
            <a:ext cx="1058528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"8 nädalat tagasi oli mul Exceli tabel. Täna on mul andmeinfrastruktuur, automatiseeritud pipeline ja selge arusaam, kuidas andmed muutuvad äriväärtuseks."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4842371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2026-08-28T05:32:23Z</dcterms:created>
  <dcterms:modified xsi:type="dcterms:W3CDTF">2026-08-28T05:32:23Z</dcterms:modified>
</cp:coreProperties>
</file>